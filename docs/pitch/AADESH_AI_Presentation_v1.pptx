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AI  ·  KARNATAKA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 AI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2450592"/>
            <a:ext cx="27432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786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drafter. Learns your style.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2 minutes.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Founder: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Srinivasa T 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Phase 0 — Live 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ctr" indent="0" marL="0">
              <a:buNone/>
            </a:pPr>
            <a:r>
              <a:rPr lang="en-US" sz="1300" dirty="0">
                <a:solidFill>
                  <a:srgbClr val="E97B3B"/>
                </a:solidFill>
              </a:rPr>
              <a:t>aadesh-ai.in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240"/>
          </a:solidFill>
          <a:ln w="12700">
            <a:solidFill>
              <a:srgbClr val="0A1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PRODUCT OVERVIEW  ·  Made in Bengaluru 🇮🇳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Officers Face a Daily Drafting Crisis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572768"/>
            <a:ext cx="731520" cy="73152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572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₹1,000–₹2,000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2644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paid to human drafters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officer's own pocket)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572768"/>
            <a:ext cx="731520" cy="73152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572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Hours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32644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one formal order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correct Sarakari Kannada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1572768"/>
            <a:ext cx="731520" cy="73152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5727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Tools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326440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for Sarakari Kannada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order drafting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81144"/>
            <a:ext cx="8046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Every district has a unique writing style — no generic template works across Karnataka's 31 districts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Untouched Market With Zero Competition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89888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89888"/>
            <a:ext cx="192024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Officers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(Karnataka Phase 1+)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14600" y="1389888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89888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554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14600" y="22677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Taluks Statewide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 Target)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389888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389888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54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22677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Sarakari Kannada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1389888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389888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554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20840" y="22677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Competitive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21868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~600–1,000 officers in initial target (DDLR, AC, Tahsildar, DC offices across Karnataka)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593592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56616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procurement pathway: ₹4–5 lakh/year per office — below ₹5 lakh KTPP threshold (no tender required)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91363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window: 6–18 months before Sarvam Chanakya or NIC could realistically deploy an equivalent product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288536"/>
            <a:ext cx="64008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26110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5 independent AI research models: no product currently exists for Sarakari Kannada order drafting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AADESH AI?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3977640" cy="365760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39776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🖊️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 Concept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a blank whiteboard.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on it by uploading your best 20 past orders.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learns to reproduce whatever you write on it — forever.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77640" cy="365760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22960"/>
            <a:ext cx="39776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171907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Junior Clerk Analogy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83480" y="2212848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hiring a new clerk who reads your 50 best past orders, studies every sentence and phrase — and then drafts new orders in your exact style from day 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09160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engine. Any content type: DDLR · AC · Tahsildar · DC · Advocate · CA · BBMP · Notary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6-Step AI Drafting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72768"/>
            <a:ext cx="475488" cy="47548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Auth)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2148840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6304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572768"/>
            <a:ext cx="475488" cy="475488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0448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References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1214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 past signed orders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TIME setup)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52160" y="2148840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46304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57276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39128" y="15727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Case PDF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12140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 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 or DOCX)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3154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264408"/>
            <a:ext cx="475488" cy="47548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9848" y="32644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&amp; Extracts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81304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reads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case facts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17520" y="3840480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3154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26440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04488" y="32644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 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381304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verifies every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fact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52160" y="3840480"/>
            <a:ext cx="192024" cy="10972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3154680"/>
            <a:ext cx="2560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26440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9128" y="32644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Order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381304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complete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 your style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11480" y="4572000"/>
            <a:ext cx="8321040" cy="2468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58114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generation: Self-Audit → Officer edits on screen → Download signed-ready .docx file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 — Mandatory Before Every Draft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83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sees every fact extracted by AI: parties, survey numbers, dates, case number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500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explicitly confirm accuracy before drafting begins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169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shown in Kannada — officer acknowledges AI can make mistakes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201168" cy="201168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838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legal accountability under BNS (Bharatiya Nyaya Sanhita)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1298448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98448"/>
            <a:ext cx="384048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ENTITY LOCK — Verify Before Drafting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8105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Number: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8105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RRT/BN-S/APP/112/2024-25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1671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Appellant: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2167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NAME_1 (verified ✅)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5237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5237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NAME_2 (verified ✅)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28803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No.: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8803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SURVEY_1 — 129 (verified ✅)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32369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2369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VILLAGE_1 (verified ✅)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3593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Order: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35935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14-04-2026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354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ಪ್ರತಿ ಸರ್ವೆ ಸಂಖ್ಯೆಯನ್ನು ಪರಿಶೀಲಿಸಿ. AI ತಪ್ಪು ಮಾಡಬಹುದು.  |  Verify every survey number. AI can make mistakes.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QUALITY WEAPONS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Aadesh AI output better than any generic tool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247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Window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124712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124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+30–40 pts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158191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orders read in full (1M tokens)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understands your complete style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13432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3865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Auto-Style Guide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386584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3865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+20–30 pts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284378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auto-generates your personal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&amp; sentence pattern profile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575304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75304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666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648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Mode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29000" y="3648456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64845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structure errors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9768" y="410565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the full order 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 sentence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51560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11247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Available Model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63840" y="1124712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45552" y="112471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+10–15 pts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64608" y="158191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(96/100 benchmark)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Sarvam 105B (91/100, FREE)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313432"/>
            <a:ext cx="4114800" cy="109728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313432"/>
            <a:ext cx="41148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49240" y="23865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63840" y="2386584"/>
            <a:ext cx="868680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238658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+2–5 pts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284378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automated quality checks.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automatic rewrite attempt if any fail.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4480560"/>
            <a:ext cx="4114800" cy="45720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Average Score: 89.2 / 100  ·  Target: 95 / 100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Data Never Leaves India — DPDP Act 2023 Compliant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0848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084832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Uploads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PDF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citizen names,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numbers, villages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87168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7B3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97480" y="1417320"/>
            <a:ext cx="20848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417320"/>
            <a:ext cx="2084832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57276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88920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Server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PII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88920" y="274320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VPS replaces: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Name→[NAME_1]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Survey→[SURVEY_1]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18888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7B3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0" y="1417320"/>
            <a:ext cx="20848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417320"/>
            <a:ext cx="208483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7276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20640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Receives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Data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20640" y="274320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citizen data NEVER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Indian servers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50608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7B3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60920" y="1417320"/>
            <a:ext cx="20848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60920" y="1417320"/>
            <a:ext cx="20848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57276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52360" y="21945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Server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Values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52360" y="2743200"/>
            <a:ext cx="190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names &amp; numbers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re-inserted after generation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1554480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57400" y="4160520"/>
            <a:ext cx="15544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Mumbai Region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49040" y="4160520"/>
            <a:ext cx="155448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— Bangalore VPS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40680" y="4160520"/>
            <a:ext cx="15544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Checkbox Required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32320" y="4160520"/>
            <a:ext cx="15544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Options — Officer Chooses (Sarvam is Default)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26517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ALL CASES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105B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Indian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91/100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officer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Government-grade Kannada.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cost-to-quality ratio.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ALL cases by default.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417320"/>
            <a:ext cx="2651760" cy="347472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QUALITY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1847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2900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Anthropic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606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96/100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per order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benchmark score.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contested cases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maximum quality matters.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417320"/>
            <a:ext cx="2651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1417320"/>
            <a:ext cx="2651760" cy="34747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OPTION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1847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5508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Multiple Models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606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Varies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2918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primary models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unavailable. Multiple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model options.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553712"/>
            <a:ext cx="8321040" cy="2468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6285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D-10 (Apr 14, 2026): ALL case types → Sarvam by default  ·  D-11: 3-card UI selector visible to every officer before generation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Aadesh AI?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GOVERNMENT OFFICERS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836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— District Deputy Land Records Officer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ADLR — Assistant District Land Records Officer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7977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— Assistant Commissioner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— Deputy Commissioner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75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Tahsildar &amp; Revenue Inspectors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239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BBMP — Urban civic order officers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886200" cy="41148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71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PRIVATE PROFESSIONALS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901952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8366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 practicing in revenue/land courts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2350008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3317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Accountants writing formal submissions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2798064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77977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Notaries preparing certified documents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3246120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2783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consultants filing representations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46320" y="3694176"/>
            <a:ext cx="64008" cy="32918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67588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formal document drafter in Kannada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" y="4498848"/>
            <a:ext cx="836676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079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Phase 0 Pilot User: Banu — DDLR Caseworker, Bangalore South (49 credits loaded, actively using the system)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Self-Service (Netflix Model)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pays personally (&lt; ₹1,000) — no DC approval needed. Replaces ₹1,000–₹2,000/order drafter cost.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19072"/>
          <a:ext cx="8412480" cy="214884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vs Human Drafter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🎁 Free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risk-free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₹142/order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cheaper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₹111/order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cheaper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₹109/order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cheaper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D (Best)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₹109/order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cheaper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05072"/>
            <a:ext cx="841248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03250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Break-even: </a:t>
            </a:r>
            <a:pPr indent="0" marL="0">
              <a:buNone/>
            </a:pPr>
            <a:r>
              <a:rPr lang="en-US" sz="1300" dirty="0">
                <a:solidFill>
                  <a:srgbClr val="15803D"/>
                </a:solidFill>
              </a:rPr>
              <a:t>8 Pack A purchases/month = 56 orders = ~₹5,000 net (covers full infrastructure cost)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DEPARTMENT PROCUREMENT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50+ individual users validate the product — sell to the office, not the officer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82880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₹4–5 Lakh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office / 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KTPP threshold)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82880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5156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07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 Lakh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68880" y="19385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typist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office / year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1920240" cy="182880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5156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07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19385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officers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 per office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051560"/>
            <a:ext cx="1920240" cy="182880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05156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2070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₹40–50 Cr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75120" y="19385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total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potential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7238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KTPP Act threshold: Purchases below ₹5 lakh don't require open tender — DC can approve directly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5844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 (Track 1 validation)   →  5 Offices (Early Track 2)   →  50 Offices (₹2–2.5 Cr)   →  300 Offices (₹12 Cr+)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 DPIIT Startup India + GeM Seller portal (both free) — enables direct government procurement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What Is Live Today (April 2026)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081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14081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https://aadesh-ai.in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1444752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4447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105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Score: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18105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 / 100  (Prompt V3.2.6)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1847088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847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12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22128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(including founder)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2249424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2494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96896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151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Generated: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261518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(all test orders)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2651760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651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999232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175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User: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00400" y="30175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Banu — DDLR Bangalore South (49 credits loaded)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3054096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0540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401568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198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Balance: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0" y="341985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 remaining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06640" y="3456432"/>
            <a:ext cx="123444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3456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LOW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803904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221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Committee Deadline: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200400" y="38221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12, 2026 — 23 days remaining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406640" y="3858768"/>
            <a:ext cx="12344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2245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Corpus: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200400" y="42245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real DDLR orders (all Phodi Durasti, KLR Act Sec 49A)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406640" y="4261104"/>
            <a:ext cx="12344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42611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Regulatory Requirements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02336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checkbox before PII collection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488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before leaving Indian servers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23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maintained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137160" cy="1371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974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 with Anthropic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17320"/>
            <a:ext cx="4023360" cy="38404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RAI Committee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920240"/>
            <a:ext cx="137160" cy="13716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8745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deadline: May 12, 2026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2194560"/>
            <a:ext cx="137160" cy="13716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1488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classification: Medium-Risk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2468880"/>
            <a:ext cx="137160" cy="13716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423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(Entity Lock)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2743200"/>
            <a:ext cx="137160" cy="13716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6974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'drafting assistant' not 'order generator'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10896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10896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1089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Legal Protection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361188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566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 shifts accountability to officer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88620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8404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explicitly verifies all facts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416052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1148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HC precedent (April 2026)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4434840"/>
            <a:ext cx="137160" cy="137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issues orders — officer does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3108960"/>
            <a:ext cx="4023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108960"/>
            <a:ext cx="40233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1089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Compliance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92040" y="361188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35661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Mumbai region (India)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92040" y="388620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8404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DigitalOcean: Bangalore VPS (India)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92040" y="416052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41148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citizen data stays in India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892040" y="443484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+ DPIIT registration (planned)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Domain: 576 Real DDLR Orders — The Training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192024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 corpus)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17320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21762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1732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21762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villages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141732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41732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5544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98/100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20840" y="21762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benchmark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(Golden Template)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Type Breakdown (Phodi Durasti — Land Sub-Division &amp; Correction):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Phodi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3392424"/>
            <a:ext cx="5135270" cy="2011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69910" y="3337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to Deeds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88920" y="3730752"/>
            <a:ext cx="3209544" cy="20116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3675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014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Mismatch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88920" y="4069080"/>
            <a:ext cx="17830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014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3525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vs Possession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8920" y="4407408"/>
            <a:ext cx="106984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04488" y="4352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KLR Act 1964, Section 49(A)  ·  13-section order structure validated from 496 real orders  ·  Nudi→Unicode conversion: 23.6x AI-readable data increase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100-Point Quality Rubric — Measurable, Improving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Dimensions: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6868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Structure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68680" cy="3200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Language (Sarakari Kannada)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2286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694944" cy="3200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43584" y="2788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694944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43584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34747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Match (officer's own voice)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3794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389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Journey: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7830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837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83794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 / 100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35000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404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4048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 / 100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2916936"/>
            <a:ext cx="3931920" cy="457200"/>
          </a:xfrm>
          <a:prstGeom prst="rect">
            <a:avLst/>
          </a:prstGeom>
          <a:solidFill>
            <a:srgbClr val="FEF3C7"/>
          </a:solidFill>
          <a:ln w="25400">
            <a:solidFill>
              <a:srgbClr val="E97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71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V3.2.6 (current)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9718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89.2 / 100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CURRENT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48386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V3.2.7 (target)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353872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 / 100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407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Recurring Issues (Gap to 95%):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Unfilled placeholders in 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7183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compliance deadline references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274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Incomplete land area table in Prasta section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MARKETING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an officer prints becomes a free advertisement for the next officer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35204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196596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Footer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286000"/>
            <a:ext cx="175564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printed order carries: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'Drafted with Aadesh AI | aadesh-ai.in'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on a colleague's desk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silent endorsement — already built 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65960" cy="35204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051560"/>
            <a:ext cx="196596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Referral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286000"/>
            <a:ext cx="175564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shares link → colleague gets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orders, officer gets 5 credits.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Kannada share message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officer WhatsApp groups.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65960" cy="35204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05156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8288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7448" y="2286000"/>
            <a:ext cx="175564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QR code posters near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shops adjacent to taluk offices.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₹500 per district.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reach to target audience.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1965960" cy="35204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051560"/>
            <a:ext cx="19659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188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Testimonial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2286000"/>
            <a:ext cx="175564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Banu's real-world testimonial: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'Before: 3 hours to draft one order.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Aadesh AI: 5 minutes.'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 officer WhatsApp groups.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Competitors — A First-Mover Advantage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8138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Confirmed by 5 independent AI research models: No product currently exists for Sarakari Kannada government order drafting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237744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396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Govt Orders?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LexLegis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VakilAI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 — tracking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 Gemini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(not Sarakari)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Chanakya (future)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(future)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Kannada (future)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yet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risk in 6–18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 Aadesh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&amp; Private (Karnataka)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Sarakari Kannada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— purpose-built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Sarakari Kannada · Per-user style learning · 576-order corpus · Entity Lock legal framework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Roadmap — From 1 Officer to All of Karnataka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88920"/>
            <a:ext cx="8229600" cy="457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2670048"/>
            <a:ext cx="256032" cy="256032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25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325880"/>
            <a:ext cx="1920240" cy="5486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1764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Pilot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Officer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Banu — Bangalore South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quality &amp; 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feedback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01568" y="2670048"/>
            <a:ext cx="256032" cy="256032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325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1325880"/>
            <a:ext cx="192024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60320" y="1764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Statewide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Officers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offices across Karnataka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referral growth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Track 2 sale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50408" y="26700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325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32588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1764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Multi-Office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 Users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DC, Tahsildar, BBMP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professionals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procurement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99248" y="267004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1325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132588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58000" y="1764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Karnataka-Wide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500–1,500 Users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2999232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0" y="30358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24–36 months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govt + private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31-district coverage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primary revenue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5079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(Long-term): Other Indian states, national scale — same engine, different regional language corpora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Items — Owner: Srinivasa 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14264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Send Banu the URL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42646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aadesh-ai.in — Phase 0 pilot starts now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37944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Update Razorpay payment links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old 4 links, create 4 new at current prices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2257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232257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Send Anthropic DPA email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32257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privacy@anthropic.com — DPDP Act compliance requirement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734056"/>
            <a:ext cx="8412480" cy="402336"/>
          </a:xfrm>
          <a:prstGeom prst="rect">
            <a:avLst/>
          </a:prstGeom>
          <a:solidFill>
            <a:srgbClr val="FEF9EC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706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71600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Submit RAI Committee letter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7706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May 12, 2026 — letter is ready (KARNATAKA_RAI_SUBMISSION_DRAFT.md)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186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3218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Register on DPIIT Startup India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32186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government scheme access and GeM listing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63016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667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71600" y="366674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Register on GeM Seller portal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66674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direct government procurement (Track 2 prerequisite)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07822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148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V3.2.7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71600" y="41148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Record Banu video testimonial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1148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'Before: 3 hours. After: 5 minutes.' — for WhatsApp referral campaign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910328"/>
            <a:ext cx="9144000" cy="237744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03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 |  Aadesh AI  |  aadesh-ai.in  |  Made in Bengaluru 🇮🇳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PERSONALISED AI DRAFTING SYSTEM FOR GOVERNMENT ORDERS IN REGIONAL LANGUAGES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office.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 type.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438912" cy="438912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visits. No IT dept.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configuration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438912" cy="438912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Per-Office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office trains its own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its own signed orders.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438912" cy="438912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1,500+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56832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1 officer.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all of Karnataka.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703320"/>
            <a:ext cx="6400800" cy="1005840"/>
          </a:xfrm>
          <a:prstGeom prst="rect">
            <a:avLst/>
          </a:prstGeom>
          <a:solidFill>
            <a:srgbClr val="111D56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76732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40416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Srinivasa T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·  srinivas.env.civilsurvey@gmail.com  ·  </a:t>
            </a:r>
            <a:pPr algn="ctr" indent="0" marL="0">
              <a:buNone/>
            </a:pPr>
            <a:r>
              <a:rPr lang="en-US" sz="1400" b="1" dirty="0">
                <a:solidFill>
                  <a:srgbClr val="E97B3B"/>
                </a:solidFill>
              </a:rPr>
              <a:t>aadesh-ai.in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Bengaluru, Karnataka, India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Aadesh AI — AI Drafting Assistant for Government Officers</dc:title>
  <dc:subject>Product Presentation — April 2026</dc:subject>
  <dc:creator>Srinivasa T</dc:creator>
  <cp:lastModifiedBy>Srinivasa T</cp:lastModifiedBy>
  <cp:revision>1</cp:revision>
  <dcterms:created xsi:type="dcterms:W3CDTF">2026-04-19T08:11:55Z</dcterms:created>
  <dcterms:modified xsi:type="dcterms:W3CDTF">2026-04-19T08:11:55Z</dcterms:modified>
</cp:coreProperties>
</file>