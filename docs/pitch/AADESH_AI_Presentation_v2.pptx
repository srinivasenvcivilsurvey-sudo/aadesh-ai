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AI  ·  KARNATAKA  ·  ಸರ್ಕಾರಿ AI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 AI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2395728"/>
            <a:ext cx="27432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237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drafter. Learns your style. Works in 2 minutes.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ನಿಮ್ಮ AI ಕರಡುಗಾರ. ನಿಮ್ಮ ಶೈಲಿ ಕಲಿಯುತ್ತದೆ. 2 ನಿಮಿಷದಲ್ಲಿ ಸಿದ್ಧ.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Phase 0 — Live 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E97B3B"/>
                </a:solidFill>
              </a:rPr>
              <a:t>aadesh-ai.in 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hello@aadesh-ai.in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240"/>
          </a:solidFill>
          <a:ln w="12700">
            <a:solidFill>
              <a:srgbClr val="0A1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 ·  Made in Bengaluru, Karnataka,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Officers Face a Daily Drafting Crisis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ಅಧಿಕಾರಿಗಳಿಗೆ ಪ್ರತಿದಿನ ಸರ್ಕಾರಿ ಆದೇಶ ಬರೆಯಲು ಹಿಂಸೆ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26517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1581912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581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ವೆಚ್ಚ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₹1,000–₹2,000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paid to human drafters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officer's own pocket)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ಒಂದು ಆದೇಶಕ್ಕೆ ₹1,000–₹2,000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426464"/>
            <a:ext cx="26517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581912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81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ಸಮಯ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Hours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3246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one formal order 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Sarakari Kannada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ಒಂದು ಆದೇಶ ಬರೆಯಲು 1–3 ಗಂಟೆ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426464"/>
            <a:ext cx="26517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581912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581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/ ಸಾಧನವಿಲ್ಲ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Tools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3246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for Sarakari Kannada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order drafting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ಸರಕಾರಿ ಕನ್ನಡದಲ್ಲಿ AI ಇಲ್ಲ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544568"/>
            <a:ext cx="8229600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537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ಜಿಲ್ಲೆಗೆ ವಿಭಿನ್ನ ಬರವಣಿಗೆ ಶೈಲಿ — ಸಾರ್ವತ್ರಿಕ ಟೆಂಪ್ಲೇಟ್ ಕೆಲಸ ಮಾಡುವುದಿಲ್ಲ  |  Every district has a unique writing style — no generic template works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Untouched Market With Zero Competition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ಸ್ಪರ್ಧೆಯಿಲ್ಲದ ದೊಡ್ಡ ಮಾರುಕಟ್ಟೆ — ಮೊದಲ ಹೆಜ್ಜೆ ನಮ್ಮದು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26464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727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in Karnataka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1+ target)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426464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426464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727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2258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Talukas Statewide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 Target)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426464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26464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727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2258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Sarakari Kannada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426464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426464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5727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22585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Competitive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to Act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45536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1181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~600–1,000 officers in initial target: DDLR, AC, Tahsildar, DC offices across Karnataka's 31 districts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6557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procurement: ₹4–5 lakh/year per office — below ₹5 lakh KTPP threshold (DC can approve, no tender needed)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8130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RCCMS Integration roadmap: Pull case facts from NIC's Revenue Court system — potential competitive moat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16052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5 independent AI models: No product currently exists for Sarakari Kannada order drafting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AADESH AI?  /  ಆದೇಶ AI ಎಂದರೇನು?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3977640" cy="370332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39776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 Concept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0482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ಬಿಳಿಹಲಗೆ ಪರಿಕಲ್ಪನೆ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20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 blank whiteboard.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 it by uploading your best 20 past orders.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learns to reproduce whatever you write on it — forever.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77640" cy="370332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22960"/>
            <a:ext cx="39776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Junior Clerk Analogy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20482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ಹೊಸ ಗುಮಾಸ್ತ ಉಪಮೆ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3520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hiring a new clerk who reads your 50 best past orders, studies every sentence and phrase — and then drafts new orders in your exact style from day one.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engine. Any content type: DDLR · AC · Tahsildar · DC · Advocate · CA · BBMP · Notary  |  ಒಂದೇ ಎಂಜಿನ್. ಎಲ್ಲ ದಾಖಲೆ ಪ್ರಕಾರ.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6-Step AI Drafting Pipeline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6-ಹಂತದ AI ಕರಡು ತಯಾರಿ ಪ್ರಕ್ರಿಯೆ — ಹೇಗೆ ಕೆಲಸ ಮಾಡುತ್ತದೆ?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475488" cy="47548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1865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ಲಾಗಿನ್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Auth)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157984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44752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554480"/>
            <a:ext cx="475488" cy="47548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04488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Past 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04488" y="1865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ಹಿಂದಿನ ಆದೇಶ ಅಪ್ಲೋಡ್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157984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 signed orders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TIME setup)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157984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44752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55448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9128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Case 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39128" y="1865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ಹೊಸ ಪ್ರಕರಣ ಅಪ್ಲೋಡ್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2157984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or DOCX)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163824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273552"/>
            <a:ext cx="475488" cy="47548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9848" y="3273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Extracts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9848" y="3584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ಓದು + ಹೊರತೆಗೆ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877056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reads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 facts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3877056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163824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327355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04488" y="3273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04488" y="3584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ಅಂಶ ಪರಿಶೀಲನೆ ✅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83280" y="3877056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verifies every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fact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3877056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163824"/>
            <a:ext cx="25603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327355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39128" y="3273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Order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39128" y="35844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ರಚನೆ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0" y="3877056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your style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24528" y="299923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7B3B"/>
                </a:solidFill>
              </a:rPr>
              <a:t>↓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11480" y="4599432"/>
            <a:ext cx="8321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60857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5 structured clarifying questions (ಪ್ರಶ್ನೆಗಳು) proven to add +6 to +16 quality pts  |  After: Self-Audit → Edit → Download .docx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— Mandatory Verification Before Every Draft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ಅಂಶ ಲಾಕ್ — ಪ್ರತಿ ಕರಡಿಗೂ ಕಡ್ಡಾಯ ಪರಿಶೀಲನೆ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ಇದು ಏನು ಮಾಡುತ್ತದೆ? / What it does: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sees every fact extracted by AI: parties, survey numbers, dates, case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6829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explicitly confirm accuracy before drafting begins (ಕರಡು ಮಾಡುವ ಮೊದಲು ದೃಢೀಕರಿಸಬೇಕು)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9352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shown in Kannada — officer acknowledges AI can make mistakes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021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legal accountability under BNS (Bharatiya Nyaya Sanhita)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16736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316736"/>
            <a:ext cx="384048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16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ENTITY LOCK — Verify Before Drafting  |  ಅಂಶ ಲಾಕ್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18105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Number / ಪ್ರಕರಣ ಸಂಖ್ಯೆ: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81051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RRT/BN-S/APP/112/2024-25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1671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Appellant / ಅರ್ಜಿದಾರ: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1671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[NAME_1] (verified ✅)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52374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/ ಪ್ರತಿವಾದಿ: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523744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[NAME_2] (verified ✅)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88036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No. / ಸರ್ವೆ ಸಂಖ್ಯೆ: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88036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[SURVEY_1] — 129 (verified ✅)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23697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/ ಗ್ರಾಮ: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323697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[VILLAGE_1] (verified ✅)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59359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ದಿನಾಂಕ: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59359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14-04-2026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53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ಪ್ರತಿ ಸರ್ವೆ ಸಂಖ್ಯೆಯನ್ನು ಪರಿಶೀಲಿಸಿ. AI ತಪ್ಪು ಮಾಡಬಹುದು.  |  Verify every field. AI can make mistakes.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QUALITY WEAPONS  /  5 ಗುಣಮಟ್ಟ ಶಸ್ತ್ರಾಸ್ತ್ರಗಳು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Aadesh AI output better than any generic tool  |  ಸಾಮಾನ್ಯ AI ಗಿಂತ ಆದೇಶ AI ಏಕೆ ಉತ್ತಮ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24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Window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ಪೂರ್ಣ ಸಂದರ್ಭ ಓದು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124712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124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+30–40 pts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16184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orders read in full (1M tokens)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understands your complete style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13432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3865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Auto-Style Guide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ಸ್ವಯಂ ಶೈಲಿ ಮಾರ್ಗದರ್ಶಿ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29000" y="2386584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+20–30 pts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" y="288036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your personal vocabulary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sentence pattern profile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575304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75304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666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648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Mode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ರಚನೆ ಯೋಜನೆ ಮೊದಲು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3648456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64845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errors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" y="414223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full order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sentence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051560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1124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Available Model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1389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ಅತ್ಯುತ್ತಮ AI ಮಾದರಿ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63840" y="1124712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45552" y="1124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+10–15 pts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4608" y="16184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(96/100)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Sarvam 105B (91/100, FREE)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2313432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313432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49240" y="23865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26517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ಸ್ವಯಂ ತಿದ್ದುಪಡಿ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2386584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45552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+2–5 pts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64608" y="288036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automated quality checks.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automatic rewrite if any fail.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4480560"/>
            <a:ext cx="4114800" cy="4572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Score: 89.2 / 100  ·  ಪ್ರಸ್ತುತ ಅಂಕ: 89.2 / 100  ·  Target: 95 / 100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Data Never Leaves India — DPDP Act 2023 Compliant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ನಾಗರಿಕ ಮಾಹಿತಿ ಭಾರತದ ಹೊರಗೆ ಹೋಗುವುದಿಲ್ಲ — DPDP ಕಾಯ್ದೆ 2023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26464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26464"/>
            <a:ext cx="2029968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7276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Uploads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citizen names,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numbers,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86584" y="23317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7B3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06040" y="1426464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426464"/>
            <a:ext cx="2029968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57276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97480" y="21488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PII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670048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VPS: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Name→[NAME_1]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Survey→[SURVEY_1]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23317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7B3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92040" y="1426464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426464"/>
            <a:ext cx="202996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57276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83480" y="21488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Receives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670048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citizen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servers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58584" y="233172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7B3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78040" y="1426464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1426464"/>
            <a:ext cx="202996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57276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69480" y="2148840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2670048"/>
            <a:ext cx="18470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&amp; numbers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re-inserted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ಹಂತ: PDF → PII ಮರೆಮಾಡು → AI → ನಿಜ ಮೌಲ್ಯ ಮರಳಿಸು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370832"/>
            <a:ext cx="1581912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70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39112" y="4370832"/>
            <a:ext cx="158191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9112" y="4370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Mumbai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58184" y="4370832"/>
            <a:ext cx="1581912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8184" y="4370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BLR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77256" y="4370832"/>
            <a:ext cx="158191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4370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Required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96328" y="4370832"/>
            <a:ext cx="158191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96328" y="43708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Options — Officer Chooses (Sarvam is Default)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ಮೂರು AI ಆಯ್ಕೆಗಳು — ಅಧಿಕಾರಿ ಆರಿಸಬಹುದು (Sarvam ಪೂರ್ವನಿಯೋಜಿತ)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265176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26464"/>
            <a:ext cx="26517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26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ALL CASES / ಎಲ್ಲ ಪ್ರಕರಣ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105B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Indian AI — ಭಾರತೀಯ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91/100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officer / ಉಚಿತ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Government-grade Kannada.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cost-to-quality ratio.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ALL cases by default.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426464"/>
            <a:ext cx="265176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426464"/>
            <a:ext cx="2651760" cy="347472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426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QUALITY / ಪ್ರೀಮಿಯಂ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900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Anthropic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96/100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per 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273552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benchmark score.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contested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maximum quality matters.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426464"/>
            <a:ext cx="265176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426464"/>
            <a:ext cx="2651760" cy="34747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26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OPTION / ಬ್ಯಾಕಪ್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508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Multiple Models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Varies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273552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primary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unavailable. Multiple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model options.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553712"/>
            <a:ext cx="8321040" cy="2468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6285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D-10 (Apr 14, 2026): ALL case types → Sarvam by default  ·  D-11: 3-card UI selector visible before each generation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Aadesh AI?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ಯಾರಿಗೆ ಉಪಯೋಗ? — ಸರ್ಕಾರಿ ಅಧಿಕಾರಿಗಳು ಮತ್ತು ವೃತ್ತಿಪರರು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393192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OFFICERS / ಸರ್ಕಾರಿ ಅಧಿಕಾರಿಗಳು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— ಜಿಲ್ಲಾ ಉಪ ಭೂದಾಖಲೆ ಅಧಿಕಾರಿ (District Deputy Land Records Officer)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ADLR — ಸಹಾಯಕ ಜಿಲ್ಲಾ ಭೂದಾಖಲೆ ಅಧಿಕಾರಿ (Asst. District Land Records Officer)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7977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— ಸಹಾಯಕ ಆಯುಕ್ತ (Assistant Commissioner)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18688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— ಜಿಲ್ಲಾ ಆಯುಕ್ತ (Deputy Commissioner)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2102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Tahsildar &amp; Revenue Inspectors — ತಹಸೀಲ್ದಾರ್ &amp; ಕಂದಾಯ ನಿರೀಕ್ಷಕ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59936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4164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 — ಬ್ರಹತ್ ಬೆಂಗಳೂರು ಮಹಾನಗರ ಪಾಲಿಕೆ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426464"/>
            <a:ext cx="3886200" cy="41148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2646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PROFESSIONALS / ವೃತ್ತಿಪರರು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956816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38528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— ಕಂದಾಯ ನ್ಯಾಯಾಲಯದ ವಕೀಲರು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359152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Accountants — ಅಧಿಕೃತ ಲೆಕ್ಕ ತಪಾಸಕರು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798064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779776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Notaries — ನೋಟರಿ ಸೇವೆ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18688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200400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Consultants — ಕಂದಾಯ ಸಲಹೆಗಾರರು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639312"/>
            <a:ext cx="64008" cy="31089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621024"/>
            <a:ext cx="3611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formal Kannada document drafter — ಔಪಚಾರಿಕ ಕನ್ನಡ ದಾಖಲೆ ಬರಹಗಾರರು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498848"/>
            <a:ext cx="83667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507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Active Pilot: DDLR Revenue Officer — Bangalore South (49 credits loaded, actively using the system)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Self-Service (Netflix Model)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ವ್ಯಕ್ತಿಗತ ಸದಸ್ಯತ್ವ — Netflix ರೀತಿ ಖರೀದಿ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subscribes personally — just like Netflix or Flipkart. Replaces ₹1,000–₹2,000/order drafter cost.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ಅಧಿಕಾರಿ ವೈಯಕ್ತಿಕವಾಗಿ ಚಂದಾ ತೆಗೆದುಕೊಳ್ಳಬಹುದು — Netflix/Flipkart ರೀತಿ. ₹1,000–₹2,000 ಕರಡು ಖರ್ಚು ಉಳಿಯುತ್ತದೆ.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75104"/>
          <a:ext cx="8412480" cy="18745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/ ಪ್ಯಾಕ್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/ ಬೆಲೆ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vs Human Drafter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Trial / ಉಚಿತ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risk-free / ರಿಸ್ಕ್ ಇಲ್ಲದೆ ಪ್ರಯತ್ನಿಸಿ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₹142/order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cheaper than drafter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₹111/order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₹3,499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₹109/order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D (Best Value)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₹109/order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950208"/>
            <a:ext cx="84124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86784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</a:rPr>
              <a:t>Break-even: </a:t>
            </a:r>
            <a:pPr indent="0" marL="0">
              <a:buNone/>
            </a:pPr>
            <a:r>
              <a:rPr lang="en-US" sz="1200" dirty="0">
                <a:solidFill>
                  <a:srgbClr val="15803D"/>
                </a:solidFill>
              </a:rPr>
              <a:t>8 Pack A purchases/month = ₹5,000 net (covers full infra cost)  |  ಬ್ರೇಕ್-ಈವನ್: ತಿಂಗಳಿಗೆ 8 Pack 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DEPARTMENT PROCUREMENT  /  ಇಲಾಖೆ ಖರೀದಿ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individual users validate → sell to the office, not the officer  |  ಕಚೇರಿಗೆ ನೇರ ಮಾರಾಟ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1920240" cy="19202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₹4–5 Lakh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office /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KTPP threshold)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KTTP ಮಿತಿ ಕೆಳಗೆ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1920240" cy="19202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24128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 Lakh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typist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office /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ಟೈಪಿಸ್ಟ್ ಖರ್ಚು ಉಳಿತಾಯ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24128"/>
            <a:ext cx="1920240" cy="19202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24128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officers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 per office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ಲಾಭಕ್ಕೆ 2–3 ಅಧಿಕಾರಿ ಸಾಕು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024128"/>
            <a:ext cx="1920240" cy="19202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024128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1704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₹40–50 Cr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potential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ಕರ್ನಾಟಕ ಒಟ್ಟು ಸಾಧ್ಯತೆ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8412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6324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KTPP Act: Purchases below ₹5 lakh — DC can approve directly, NO open tender required  |  ₹5 ಲಕ್ಷ ಕೆಳಗೆ ಟೆಂಡರ್ ಬೇಡ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3493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→ 5 Offices → 50 Offices (₹2–2.5 Cr) → 300 Offices (₹12 Cr+)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Karnataka startup procurement quota reserved for registered startups  |  ಕರ್ನಾಟಕ ನೀತಿ: 5% ಖರೀದಿ ಸ್ಟಾರ್ಟಪ್‌ಗಾಗಿ ಮೀಸಲು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8412480" cy="329184"/>
          </a:xfrm>
          <a:prstGeom prst="rect">
            <a:avLst/>
          </a:prstGeom>
          <a:solidFill>
            <a:srgbClr val="1A3A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2394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Empanelment (Karnataka Innovation Technology Society): FREE registration → procurement up to ₹50 lakh from any state dept  |  GeM + DPIIT Startup India also free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What Is Live Today (April 2026)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ಇಂದು ಏನು ಲೈವ್ ಆಗಿದೆ? (ಏಪ್ರಿಲ್ 2026)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/ ವೆಬ್ಸೈಟ್: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4447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https://aadesh-ai.in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4813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824228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425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Score: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4251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 / 100  (Prompt V3.2.6)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1879092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8790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402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240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(actively testing)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2276856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2768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619756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380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Generated: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6380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29+ test &amp; validation orders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2674620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6746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358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Pilot / ಪ್ರಾಯೋಗಿಕ: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035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Officer — Bangalore South (49 credits loaded)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3072384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30723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415284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335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Balance: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4335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 remaining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06640" y="3470148"/>
            <a:ext cx="12344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34701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LOW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81304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313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Deadline / ಗಡುವು: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0" y="383133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12, 2026 — sprint underway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3867912"/>
            <a:ext cx="12344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3867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210812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2291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Corpus / ತರಬೇತಿ: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00400" y="42291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real DDLR orders (Phodi Durasti, KLR Act Sec 49A)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06640" y="4265676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42656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Regulatory Requirements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ಭಾರತೀಯ ನಿಯಂತ್ರಕ ಅವಶ್ಯಕತೆಗಳಿಗೆ ನಿರ್ಮಿಸಲಾಗಿದೆ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26464"/>
            <a:ext cx="40233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 ·  DPDP ಕಾಯ್ದೆ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2938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836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checkbox before PII collection (ಒಪ್ಪಿಗೆ ಕಡ್ಡಾಯ)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157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before leaving Indian servers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7802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32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maintained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128016" cy="128016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706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 with Anthropic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26464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26464"/>
            <a:ext cx="4023360" cy="38404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26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RAI Committee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929384"/>
            <a:ext cx="128016" cy="128016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8836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May 12,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203704"/>
            <a:ext cx="128016" cy="128016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1579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classification: Medium-Risk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478024"/>
            <a:ext cx="128016" cy="128016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432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(Entity Lock / ಅಂಶ ಲಾಕ್)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752344"/>
            <a:ext cx="128016" cy="128016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706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'drafting assistant' — not 'order generator'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118104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118104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Legal Protection  ·  ಕಾನೂನು ರಕ್ಷಣೆ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62102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575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shifts accountability to officer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89534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849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explicitly verifies all facts (ದೃಢೀಕರಿಸಬೇಕು)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16966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1239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HC precedent (April 2026)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44398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398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issues orders — officer does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118104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18104"/>
            <a:ext cx="4023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·  ಮೂಲಭೂತ ಸೌಕರ್ಯ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92040" y="362102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575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Mumbai region (India)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389534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849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DigitalOcean: Bangalore VPS (India)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416966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41239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citizen data stays in India (ಭಾರತದಲ್ಲೇ)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92040" y="444398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398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+ GeM + DPIIT registration (planned)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Real DDLR Orders — The Training Foundation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ನಿಜವಾದ DDLR ಆದೇಶಗಳ ತರಬೇತಿ ಆಧಾರ — ಅಸಲಿ ಕಂದಾಯ ಪ್ರಕರಣ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26464"/>
            <a:ext cx="1920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26464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727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corpus)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ನಿಜ ಆದೇಶ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426464"/>
            <a:ext cx="1920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426464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727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1460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ಆದೇಶ ಸರಾಸರಿ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426464"/>
            <a:ext cx="1920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26464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727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villages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ಅನನ್ಯ ಗ್ರಾಮ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426464"/>
            <a:ext cx="1920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426464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5727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2084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benchmark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(Golden Template)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ಅತ್ಯುತ್ತಮ ಅಂಕ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Type Breakdown  /  ಪ್ರಕರಣ ಪ್ರಕಾರ (Phodi Durasti — Land Sub-Division &amp; Correction):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Phodi / ಅಕ್ರಮ ಫೋಡಿ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392424"/>
            <a:ext cx="4740250" cy="2011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32090" y="3337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to Deeds / ಪತ್ರಕ್ಕೆ ವಿರುದ್ಧ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730752"/>
            <a:ext cx="2962656" cy="20116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675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0142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Mismatch / ಪ್ರಮಾಣ ವ್ಯತ್ಯಾಸ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4069080"/>
            <a:ext cx="1645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3525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vs Possession / ಗಡಿ ವಿವಾದ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4407408"/>
            <a:ext cx="98755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4352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KLR Act 1964, Section 49(A)  ·  13-section structure  ·  Nudi→Unicode conversion: 23.6x AI-readable data increase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100-Point Quality Rubric — Measurable, Improving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100-ಅಂಕದ ಗುಣಮಟ್ಟ ಮಾಪನ — ಅಳೆಯಬಹುದು, ಸುಧಾರಿಸಬಹುದು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  /  ಅಂಕ ಆಯಾಮ: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86868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92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Structure / ಆದೇಶ ರಚನೆ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79222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868680" cy="3200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951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Language / ಸರಕಾರಿ ಕನ್ನಡ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2951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694944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98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 / ಸತ್ಯ ನಿಖರತೆ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43584" y="27980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694944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009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/ ಸಂಪೂರ್ಣತೆ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43584" y="33009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4747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03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Match / ಶೈಲಿ ಹೊಂದಾಣಿಕೆ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8039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426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Journey  /  ಗುಣಮಟ್ಟ ಪ್ರಯಾಣ: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7922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1847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 / 100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35915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414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24140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 / 100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E97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80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V3.2.6 (current / ಪ್ರಸ್ತುತ)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298094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 / 100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CURRENT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49300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V3.2.7 (target / ಗುರಿ)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547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 / 100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Recurring Gaps (to reach 95%): Unfilled placeholders  ·  Missing compliance deadline refs  ·  Incomplete Prasta land area table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MARKETING  /  ಶೂನ್ಯ ವೆಚ್ಚದ ಮಾರ್ಕೆಟಿಂಗ್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an officer prints becomes a free advertisement for the next officer  |  ಪ್ರತಿ ಆದೇಶ ಒಂದು ಉಚಿತ ಜಾಹೀರಾತು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965960" cy="356616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196596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Footer  /  ಫೂಟರ್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printed order carries: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'Drafted with Aadesh AI | aadesh-ai.in'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on a colleague's desk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silent endorsement.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65960" cy="356616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24128"/>
            <a:ext cx="196596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704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764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Referral  /  ರೆಫರಲ್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2176272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shares link → colleague gets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orders, officer gets 5 credits.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Kannada share message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officer WhatsApp groups.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1965960" cy="356616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024128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704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1764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  /  QR ಪೋಸ್ಟರ್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7448" y="2176272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QR code posters near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shops near taluk offices.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₹500 per district.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reach to target audience.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24128"/>
            <a:ext cx="1965960" cy="356616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024128"/>
            <a:ext cx="19659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704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1764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Testimonial  /  ವೀಡಿಯೊ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2176272"/>
            <a:ext cx="17556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officer's real experience: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'Before: 3 hours to draft one order.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Aadesh AI: 5 minutes.'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 officer WhatsApp groups.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Competitors — First-Mover Advantage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ನೇರ ಸ್ಪರ್ಧಿಗಳಿಲ್ಲ — ಮೊದಲ ಸ್ಥಾನದ ಲಾಭ (5 AI ಮಾದರಿ ಸಂಶೋಧನೆ ದೃಢಪಡಿಸಿದೆ)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841248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3560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5 independent AI research models: No product exists for Sarakari Kannada government order drafting  |  5 AI ಮಾದರಿ ದೃಢೀಕರಿಸಿದೆ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8412480" cy="260604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257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 /  ಬಳಕೆದಾರ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 /  ಭಾಷೆ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Govt Orders?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LexLegis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VakilAI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tracking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DocXplor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Multi-Indian 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land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Gemini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(not Sarakari)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Chanakya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(future)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Kannada (future)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Risk: MoUs signed Odisha+TN (Feb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Aadesh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&amp; Private (KA)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Sarakari Kannada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per officer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purpose-built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Sarakari Kannada · Per-user style learning · 576-order corpus · Entity Lock · RCCMS Integration roadmap  |  ನಮ್ಮ ಶಕ್ತಿ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Roadmap — From 1 Officer to All of Karnataka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ಹಂತ ರಸ್ತೆ ನಕ್ಷೆ — 1 ಅಧಿಕಾರಿಯಿಂದ ಇಡೀ ಕರ್ನಾಟಕಕ್ಕೆ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82296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670048"/>
            <a:ext cx="256032" cy="256032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25880"/>
            <a:ext cx="1920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325880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Pilot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Officer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/  ಈಗ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1737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Office — Bangalore South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quality &amp; 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feedback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1568" y="2670048"/>
            <a:ext cx="256032" cy="256032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325880"/>
            <a:ext cx="1920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0" y="1325880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032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Statewide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Officers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3337560"/>
            <a:ext cx="1737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offices across Karnataka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referral growth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Track 2 sale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50408" y="26700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325880"/>
            <a:ext cx="1920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32588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916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Multi-Office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1737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DC, Tahsildar, BBMP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professionals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procurement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99248" y="267004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1325880"/>
            <a:ext cx="1920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132588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5800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Karnataka-Wide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2057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500–1,500 Users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 months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337560"/>
            <a:ext cx="1737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govt + private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31-district full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primary revenue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5079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(Long-term): Other Indian states — same engine, different regional language corpora  |  ಇತರ ಭಾರತೀಯ ರಾಜ್ಯ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Items — What Happens Next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ತಕ್ಷಣದ ಕ್ರಮಗಳು — ಮುಂದೇನು ಮಾಡಬೇಕು?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Activate Pilot Access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aadesh-ai.in with Phase 0 pilot officer — DDLR Bangalore South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1109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9110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Update Payment Links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191109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old 4 links, create 4 new at current prices (Razorpay)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91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3591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Send Anthropic DPA email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235915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privacy@anthropic.com — DPDP Act compliance requirement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70632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072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28072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Submit RAI Committee letter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28072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May 12, 2026 — letter draft is ready (KARNATAKA_RAI_SUBMISSION_DRAFT)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1868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5526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32552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Register on DPIIT Startup India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25526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government scheme access and GeM listing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6674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033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37033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KITS + GeM Seller Registration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370332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KITS: Karnataka Innovation Tech Society (free, enables ₹50L procurement)  ·  GeM: Direct govt sales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11480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5137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41513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Record Officer Video Testimonial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41513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'Before: 3 hours. After Aadesh AI: 5 minutes.' — for WhatsApp referral campaign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PERSONALISED AI DRAFTING SYSTEM FOR GOVERNMENT ORDERS IN REGIONAL LANGUAGES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office.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 ಕಚೇರಿಯಾದರೂ.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 type.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 ದಾಖಲೆ ಪ್ರಕಾರವಾದರೂ.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engine.  /  ಒಂದೇ ಎಂಜಿನ್.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 /  ಸ್ವಯಂ ಸೇವೆ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9264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visits. No IT dept.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configuration needed.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3108960"/>
            <a:ext cx="420624" cy="420624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Per-Office AI  /  ಕಚೇರಿ AI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03904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 trains its own 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its own signed orders.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420624" cy="420624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1,500+  /  ಬೆಳವಣಿಗೆ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38544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1 officer.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all of Karnataka.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71600" y="4005072"/>
            <a:ext cx="6400800" cy="82296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05079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389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hello@aadesh-ai.in  ·  aadesh-ai.in  ·  Bengaluru, Karnataka, India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73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Bengaluru, Karnataka, India  ·  ಬೆಂಗಳೂರಿನಲ್ಲಿ ನಿರ್ಮಿಸಲಾಗಿದೆ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ಆದೇಶ AI — AI Drafting Assistant for Government Officers</dc:title>
  <dc:subject>Product Presentation — April 2026</dc:subject>
  <dc:creator>Aadesh AI Team</dc:creator>
  <cp:lastModifiedBy>Aadesh AI Team</cp:lastModifiedBy>
  <cp:revision>1</cp:revision>
  <dcterms:created xsi:type="dcterms:W3CDTF">2026-04-19T09:27:52Z</dcterms:created>
  <dcterms:modified xsi:type="dcterms:W3CDTF">2026-04-19T09:27:52Z</dcterms:modified>
</cp:coreProperties>
</file>